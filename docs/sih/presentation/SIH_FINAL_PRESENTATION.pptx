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06B6D4"/>
                </a:solidFill>
              </a:defRPr>
            </a:pPr>
            <a:r>
              <a:t>IBVAP</a:t>
            </a:r>
          </a:p>
          <a:p>
            <a:pPr>
              <a:spcBef>
                <a:spcPts val="800"/>
              </a:spcBef>
              <a:defRPr sz="2200" b="1">
                <a:solidFill>
                  <a:srgbClr val="F1F5F9"/>
                </a:solidFill>
              </a:defRPr>
            </a:pPr>
            <a:r>
              <a:t>INTELLIGENT BORDER VIDEO ANALYTICS PLATFORM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Autonomous AI Surveillance, Deterministic Geofencing &amp; Cryptographic Chain of Custody</a:t>
            </a:r>
          </a:p>
          <a:p>
            <a:pPr>
              <a:spcBef>
                <a:spcPts val="2400"/>
              </a:spcBef>
              <a:defRPr sz="1200">
                <a:solidFill>
                  <a:srgbClr val="10B981"/>
                </a:solidFill>
              </a:defRPr>
            </a:pPr>
            <a:r>
              <a:t>Smart India Hackathon (SIH) Internal Round  |  Verified &amp; Demo Ready  |  198+ FPS Throughput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Border Surveillance Challenge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OPERATIONAL VULNERABILITIES IN TRADITIONAL CCTV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Conventional CCTV Limitations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Passive Recording: Records crimes post-facto rather than intercepting in real time.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Cognitive Operator Fatigue: Detection accuracy drops &gt;70% after 20 minutes.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Overwhelming False Alarms: Simple motion sensors trigger on wind, rain, and shadows.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Scalability Bottleneck: Impossible to monitor hundreds of feeds simultaneously.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Evidence &amp; Forensic Deficits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Lack of Chain of Custody: Raw video files on disk lack cryptographic proof.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Vulnerable to Tampering: Internal actors can alter or delete frames undetected.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Inadmissible Evidence: Repudiation risk in military and legal tribunals.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Slow Forensic Retrieval: Hours spent searching unindexed video archives.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The IBVAP Autonomous Solution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CLOSED-LOOP AI INTELLIGENCE &amp; CRYPTOGRAPHIC CUSTODY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1. Autonomous AI Vision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YOLOv8 Real-Time Inference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ByteTrack Identity Association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Ground Foot-Point Projection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Arbitrary Polygon Geofencing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2. Real-Time Alerting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Deterministic State Machine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Zero Alert Spam / Flooding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Sub-10ms WebSocket Push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Tactical Dark Command Center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3. Verifiable Forensics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Server-Side SHA-256 Hashing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On-Demand Tamper Detection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Bit-Level Mismatch Flagging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Immutable PostgreSQL Audit Log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End-to-End System Architecture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DECOUPLED HIGH-THROUGHPUT SURVEILLANCE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Edge AI &amp; Vision Layer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Camera Feed: RTSP / Webcam / Video Stream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YOLOv8: Real-Time Bounding Box &amp; Class Inference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ByteTrack: Kalman Filter Trajectory Tracking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Polygon Engine: Shapely Point-in-Polygon Ray Casting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EventDispatcher: Scoped JWT Authenticated HTTP POST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Platform &amp; Command Center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FastAPI Backend: REST API (/api/v1) + RBAC Auth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PostgreSQL DB: Events, Alerts, Evidence &amp; Audit Logs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WebSocket Manager: Authenticated Push Handshake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Next.js Tactical UI: Live Monitoring &amp; Audio Synthesizer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Integrity Service: Server-Authoritative SHA-256 Verification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AI Computer Vision Pipeline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YOLOV8 + BYTETRACK + POLYGON RAY-CASTING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Detection (YOLOv8)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High-throughput object classification.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Person, vehicle, and animal labels.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Confidence threshold filtering (0.50+).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Fail-closed model SHA-256 integrity.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Tracking (ByteTrack)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Maintains persistent Track IDs.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Associates low and high score boxes.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Survives occlusion &amp; temporary crossing.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Kalman filter trajectory smoothing.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Geofencing (Polygon PIP)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Normalized 2D coordinates [0.0 - 1.0].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Bottom-center foot point extraction.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Shapely ray-casting containment check.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Resolution &amp; aspect-ratio independent.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Intrusion Decision State Machine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ELIMINATING FALSE POSITIVE FLOODING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State Transition Logic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OUTSIDE ➔ INSIDE: State machine detects crossing and emits exactly ONE intrusion event.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INSIDE (Continuous): Suppresses duplicate alarms while intruder remains in the zone.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INSIDE ➔ OUTSIDE: Resets track state upon boundary exit.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Hysteresis Buffer: Prevents jitter on polygon perimeter boundary lines.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Operational Benefits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Zero Command Fatigue: 1 incident = 1 actionable alert card.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Deterministic Auditability: Every state change logged with UTC timestamp.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Idempotent Event IDs: Duplicate network packets return HTTP 409 Conflict.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Bandwidth Efficient: Eliminates redundant database writes.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Defense-in-Depth Security Architecture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THREAT-MODELED PROTECTION ACROSS 15 ATTACK VECTORS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Identity &amp; API Access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Argon2id password hashing.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15-Minute Scoped JWT tokens.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TOTP RFC-6238 Multi-Factor Auth.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Sliding-window brute force limiting.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Authorization &amp; RBAC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ADMINISTRATOR: Full configuration.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OPERATOR: Alert ACK &amp; monitoring.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ANALYST: Read-only telemetry.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AUDITOR: Immutable audit inspection.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1828800"/>
            <a:ext cx="28346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Integrity &amp; Anti-Tamper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Model SHA-256 (Fail-Closed).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Safe path traversal validation.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Server-side SHA-256 evidence hashing.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Append-only PostgreSQL audit trail.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Cryptographic Evidence &amp; Chain of Custody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MATHEMATICAL PROOF OF ZERO EVIDENCE MODIFICATION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Capture &amp; Hashing Lifecycle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1. Instant Capture: Raw JPEG frame written to disk at exact moment of intrusion.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2. Server-Side Hashing: 64-char SHA-256 digest computed immediately via hashlib.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3. Atomic Persistence: Hash stored in PostgreSQL evidence table with UTC timestamp.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4. Non-Repudiation: Immutable record links Event ➔ Alert ➔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Authoritative Verification States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🟢 VERIFIED: Disk binary matches database hash digest (0 diff - untampered).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🔴 TAMPER DETECTED: 1-bit file change flags exact SHA-256 mismatch.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🟡 NOT_HASHED: Exposes one-click server-side hash generation.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Audit Trail: Verification action logged in audit_logs with actor 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Real-Time Streaming &amp; WebSocket Architecture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SUB-10MS PUSH NOTIFICATIONS WITHOUT POLLING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Streaming Architecture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Initial REST Hydration: Loads historical alerts from PostgreSQL on mount.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Authenticated WS Channel: ws://localhost:8000/api/v1/ws/events?token=&lt;JWT&gt;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Post-Commit Broadcast: Notifications emitted only AFTER database commit.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Single Global Socket: Managed in AlertProvider to prevent redundant pooling.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Reliability &amp; Resilience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Handshake Security: Invalid/expired JWT rejected with code 1008.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Duplicate Prevention: Deduplicates cards on alert_id and event_id.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Auto-Reconnect: Bounded exponential backoff (max 10s) on network drop.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Native Audio Synthesizer: Immediate audible warning chime on incursion.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Operational Command Center UI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MISSION-CRITICAL TACTICAL INTERFACE (NEXT.JS 14)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Command Center Features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Dominant Surveillance Viewport: Live feed with active polygon zone overlay.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Tactical Threat Stack: Live alert queue with severity and confidence tags.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System Telemetry Badge: Real-time BACKEND ● CONNECTED | WS | DB status.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Interactive Evidence Modal: High-res snapshot viewer and SHA-256 verifier.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Engineering Standards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Zero Production Mocks: All routes consume live /api/v1 backend endpoints.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Dark Theme Aesthetics: High-contrast military slate &amp; neon accents.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Type-Safe TypeScript: Strict component contracts and shared schemas.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Production Static Build: 13 optimized static pages compiled cleanly.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Empirical Performance Benchmarks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VERIFIED MEASUREMENTS ON 1280X720 BENCHMARK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Measured Metrics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AI Video Ingestion: 198.58 FPS (300 frames @ 1280x720 video).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Event Persistence: 50 – 65 ms detection-to-database commit.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WebSocket Delivery: &lt; 10 ms push latency to browser UI.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Evidence SHA-256 Hashing: &lt; 2 ms binary recalculation.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Regression Suite Results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Backend &amp; AI Regression Suite: 183 / 183 PASSED (100% in 11.96s).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Security Threat Audit Suite: 7 / 7 Threat Tests PASSED (0.61s).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Frontend Code Quality: ESLint PASS (0 errors), TSC PASS (0 errors).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Demo Rehearsal: Completed in 5 min 25 sec with 0 interventions.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Failure Recovery &amp; Robustness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GRACEFUL DEGRADATION WITHOUT SYNTHETIC FALLBACKS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F59E0B"/>
                </a:solidFill>
              </a:defRPr>
            </a:pPr>
            <a:r>
              <a:t>Failure Modes &amp; Responses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Backend Offline: UI switches to BACKEND ● OFFLINE; no fake data.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Backend Restart: Client auto-reconnects and resumes live monitoring.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WebSocket Drop: Reconnects via exponential backoff (max 10s).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Database Drop: Health check flags DB: DISCONNECTED.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Security Failure Mitigations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Corrupted YOLO Model: Fail-closed RuntimeError halts engine.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Tampered Evidence File: Flags 🔴 TAMPER DETECTED immediately.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Duplicate Event Payload: HTTP 409 Conflict suppresses duplicate alarms.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Path Traversal Attempt: Path resolver rejects arbitrary file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Core Differentiation: CCTV vs. IBVAP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TRANSFORMING DUMB CAMERAS INTO AUTONOMOUS SECURITY NODES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EF4444"/>
                </a:solidFill>
              </a:defRPr>
            </a:pPr>
            <a:r>
              <a:t>Conventional CCTV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Passive video recording.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Continuous human visual fatigue.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Unbounded false alarm rates.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Unauthenticated raw video files.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No audit trail of operator actions.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IBVAP Smart Platform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Autonomous YOLOv8 detection &amp; ByteTrack tracking.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Shapely polygon geofencing &amp; state-machine filtering.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Sub-10ms authenticated WebSocket alert delivery.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Server-authoritative SHA-256 tamper verification.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Append-only immutable PostgreSQL audit logging.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Scalability &amp; Cloud Architecture Roadmap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TRANSITION FROM LOCALHOST MVP TO ENTERPRISE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Phase 1: Current MVP Stack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Localhost Native Execution (Python + Node.js).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Single-node PostgreSQL relational database.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In-process async WebSocket manager.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Local structured evidence filesystem.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Phase 2: Enterprise Cloud Scale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Multi-Camera Kubernetes AI Worker Cluster (GPU TensorRT).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Apache Kafka / Redis Streams distributed event broker.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S3 / MinIO Object Storage with WORM tamper-proof policy.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Distributed Redis Pub/Sub WebSocket gateway.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Live Demonstration Flow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5-MINUTE TACTICAL DEMONSTRATION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0728655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10271455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Step-by-Step Tactical Sequence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1. Login &amp; Dashboard: Authenticate as operator ➔ Show BACKEND ● CONNECTED | WS | DB.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2. Surveillance &amp; Polygon: Display active restricted polygon geofence overlay.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3. Live Incursion: Run video/camera ➔ Person enters zone ➔ Instant alert banner &amp; chime.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4. Operator Acknowledgment: Click Acknowledge ➔ Status updates to ACKNOWLEDGED via PATCH.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5. Evidence Vault: Open modal ➔ Show high-res snapshot &amp; 64-char SHA-256 digest.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6. Tamper Demonstration: Verify 🟢 (MATCH) ➔ Modify byte ➔ Verify 🔴 (MISMATCH) ➔ Restore 🟢.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7. Audit Trail: Inspect /audit-logs ➔ Show EVIDENCE_VERIFIED and ALERT_ACKNOWLEDGED entries.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Operational &amp; Defense Impact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HIGH-IMPACT TECHNOLOGY FOR NATIONAL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Tactical Advantages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Sub-Second Threat Awareness: Faster tactical interception of perimeter breaches.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Eliminates Human Blind Spots: 24/7 continuous autonomous vigilance.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Courtroom Admissibility: Cryptographic proof of custody for legal proceedings.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Cost-Effective Retrofit: Works over existing commodity IP camera networks.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0B981"/>
                </a:solidFill>
              </a:defRPr>
            </a:pPr>
            <a:r>
              <a:t>SIH Value Proposition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Solves authentic Ministry of Home Affairs / Defense border problem statement.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100% verified functional MVP with zero mock data.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High performance (198+ FPS) and rigorous test coverage (183 tests).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Clean, maintainable, and modular open architecture.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Development Roadmap &amp; Future Horizons</a:t>
            </a:r>
          </a:p>
          <a:p>
            <a:pPr>
              <a:spcBef>
                <a:spcPts val="400"/>
              </a:spcBef>
              <a:defRPr sz="1100" b="1">
                <a:solidFill>
                  <a:srgbClr val="06B6D4"/>
                </a:solidFill>
              </a:defRPr>
            </a:pPr>
            <a:r>
              <a:t>FROM MVP FOUNDATION TO ADVANCED SENSOR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IBVAP  |  INTELLIGENT BORDER VIDEO ANALYTICS PLATFORM  |  SIH INTERNAL ROUND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3B82F6"/>
                </a:solidFill>
              </a:defRPr>
            </a:pPr>
            <a:r>
              <a:t>Completed Milestones (M1 – M3.6)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M1: FastAPI REST platform + Argon2id Auth + PostgreSQL.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M2: YOLOv8 + ByteTrack + Polygon PIP + Intrusion Engine.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M3: Security hardening + WebSocket + Next.js Tactical UI + Forensics.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Status: 183/183 Tests Passing | FROZEN &amp; READY.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402335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06B6D4"/>
                </a:solidFill>
              </a:defRPr>
            </a:pPr>
            <a:r>
              <a:t>Future Research Horizons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Multi-Spectral Thermal IR Camera Fusion for zero-light night operations.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Cross-Camera Re-Identification (ReID) across multiple border towers.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Autonomous PTZ Camera Slew-to-Cue tracking integration.</a:t>
            </a:r>
          </a:p>
          <a:p>
            <a:pPr>
              <a:spcAft>
                <a:spcPts val="600"/>
              </a:spcAft>
              <a:defRPr sz="1200">
                <a:solidFill>
                  <a:srgbClr val="F1F5F9"/>
                </a:solidFill>
              </a:defRPr>
            </a:pPr>
            <a:r>
              <a:t>•  Edge TensorRT deployment on solar-powered border poles.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06B6D4"/>
                </a:solidFill>
              </a:defRPr>
            </a:pPr>
            <a:r>
              <a:t>IBVAP</a:t>
            </a:r>
          </a:p>
          <a:p>
            <a:pPr>
              <a:spcBef>
                <a:spcPts val="600"/>
              </a:spcBef>
              <a:defRPr sz="2000" b="1">
                <a:solidFill>
                  <a:srgbClr val="F1F5F9"/>
                </a:solidFill>
              </a:defRPr>
            </a:pPr>
            <a:r>
              <a:t>INTELLIGENT BORDER VIDEO ANALYTICS PLATFORM</a:t>
            </a:r>
          </a:p>
          <a:p>
            <a:pPr>
              <a:spcBef>
                <a:spcPts val="1200"/>
              </a:spcBef>
              <a:defRPr sz="1500">
                <a:solidFill>
                  <a:srgbClr val="94A3B8"/>
                </a:solidFill>
              </a:defRPr>
            </a:pPr>
            <a:r>
              <a:t>From raw video pixels to verified, auditable operational intelligence.</a:t>
            </a:r>
          </a:p>
          <a:p>
            <a:pPr>
              <a:spcBef>
                <a:spcPts val="2000"/>
              </a:spcBef>
              <a:defRPr sz="1400" b="1">
                <a:solidFill>
                  <a:srgbClr val="10B981"/>
                </a:solidFill>
              </a:defRPr>
            </a:pPr>
            <a:r>
              <a:t>🟢 183/183 Tests Passing  |  198+ FPS Throughput  |  FROZEN FOR SIH EVALUATION</a:t>
            </a:r>
          </a:p>
          <a:p>
            <a:pPr>
              <a:spcBef>
                <a:spcPts val="2400"/>
              </a:spcBef>
              <a:defRPr sz="1800" b="1">
                <a:solidFill>
                  <a:srgbClr val="06B6D4"/>
                </a:solidFill>
              </a:defRPr>
            </a:pPr>
            <a:r>
              <a:t>Thank you. We are ready for your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